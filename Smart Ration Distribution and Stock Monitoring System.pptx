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9"/>
  </p:notesMasterIdLst>
  <p:sldIdLst>
    <p:sldId id="256" r:id="rId2"/>
    <p:sldId id="261" r:id="rId3"/>
    <p:sldId id="270" r:id="rId4"/>
    <p:sldId id="258" r:id="rId5"/>
    <p:sldId id="269" r:id="rId6"/>
    <p:sldId id="260" r:id="rId7"/>
    <p:sldId id="259" r:id="rId8"/>
    <p:sldId id="262" r:id="rId9"/>
    <p:sldId id="264" r:id="rId10"/>
    <p:sldId id="271" r:id="rId11"/>
    <p:sldId id="272" r:id="rId12"/>
    <p:sldId id="273" r:id="rId13"/>
    <p:sldId id="274" r:id="rId14"/>
    <p:sldId id="275" r:id="rId15"/>
    <p:sldId id="265" r:id="rId16"/>
    <p:sldId id="266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E49355-80ED-47D2-8B1E-9A0C53A0DA18}">
          <p14:sldIdLst>
            <p14:sldId id="256"/>
            <p14:sldId id="261"/>
            <p14:sldId id="270"/>
            <p14:sldId id="258"/>
            <p14:sldId id="269"/>
            <p14:sldId id="260"/>
            <p14:sldId id="259"/>
            <p14:sldId id="262"/>
            <p14:sldId id="264"/>
            <p14:sldId id="271"/>
            <p14:sldId id="272"/>
            <p14:sldId id="273"/>
            <p14:sldId id="274"/>
            <p14:sldId id="275"/>
            <p14:sldId id="265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84" d="100"/>
          <a:sy n="84" d="100"/>
        </p:scale>
        <p:origin x="145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42AD9-36DE-4DD0-AF0A-E211DB78D0B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16266-2922-41AE-BB9A-0E75A4DF5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3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16266-2922-41AE-BB9A-0E75A4DF55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03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0DBD-1F57-C035-8F00-356C14670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00A85-D1A4-B603-1F2E-89F44F815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B60DD-8DD7-7B09-E5EA-0B110029C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01EB-898D-45EB-AF02-BDBAAC1BCF6B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E5317-86E3-70FE-8D18-BEB2B9BC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9EF00-5F39-C5A4-5337-6B489E2F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9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56962-E2B8-1900-86B5-78E9D5D56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C8A96-5787-93A5-6816-E61FDC07A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51925-CDD4-D789-3F95-D0196BAE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AF6E-30C6-4892-8ECC-28B98795E53E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2C2FB-2075-7F85-B83B-6FEEB512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F494E-CD74-1284-6060-51526F65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DC84-D13F-B26B-1318-A812E0F77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82EDF-0434-FA62-8514-678512DF2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010AA-F676-3F7C-92FC-E1B7FABD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0014B-F72F-459C-9AEA-83526BA1950E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96F0F-9822-2130-8F32-EF87876D9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2DD4A-8461-FF25-CD26-7696B023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9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3ED9-2C9E-7D70-DE28-076DEC1C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61FE1-7CF5-3CB7-FD01-7797E2B92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AB90E-6679-ED48-003A-4E5DA9959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7767C-010C-60C9-72CF-D932AAA95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3470D-456E-4B74-9504-3BED3E1E331F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58DB3-8DCE-B1D0-09CB-103A71E4E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31F20-488F-C4DD-BBBD-EC7881A1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76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D92E-6BF6-056D-5212-38F747B7C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ABD94-DBE4-9A68-604E-14F4A30F3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8C3F3-CEB8-3B7F-A6E5-F415F8CA3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666B1-54CA-57B3-E46A-8CE70CFDD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B9CF21-35DD-9F17-15A9-6231B88419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76C850-019D-FC7F-00F2-ED0B2721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57A5D-D22F-444E-B503-748AF7911620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F1B65A-D39B-6739-110A-C4296660F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0733E3-AD8C-2C17-CB5B-75C8B94CA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33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2D61-B484-60DD-4ED8-FE131590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14D7E0-314C-0703-DF2E-DD969FBB2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DC5B-AE6E-413C-999F-2C6DCDB27E54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33684-95B7-9FAE-891A-55517CB3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6099E-38CD-1A56-C444-87EF02C9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302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9A976-978D-3806-EDEE-B6BE7BA13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F5AD-FB09-4176-8819-3235C853B628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6123E-173D-8442-9140-04DDC511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0593C-6109-D180-B53A-39F689138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3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D4696-5590-EBB9-5458-F5DF06AF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C2B6C-C3D1-1CD7-022D-B13557F90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CAF41-72FC-4644-3898-7685F7514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55AB4-67D8-5266-D049-689B9933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C23-F62A-4DCF-8A7C-23F35CFA6295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15226-8540-C516-33F2-C3D6F3311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86859-CD27-F0E6-AAFD-C50054D8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84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7AD1-8E57-F5DA-9D22-072A80846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3F3BF5-CE7D-18F6-0C8F-647944F31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51EEF-8C8B-87CB-213C-67F8845B3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0DA9-E7F9-466C-F179-1B4E36C9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4C3F-A6B3-439C-BF6D-6DFD3A565AFB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94B7E-E512-FBD7-E466-1D182E8F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B4B76-43A7-C8DE-3F3A-86CA490C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50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CB9C-ABD3-9BCC-C67A-63119785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8894C-4228-2C04-644A-BB3F8A9A3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2F36B-595A-C475-2CCA-9823DC43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4F03-ECCF-40AC-9049-09ECFD328156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8433D-C405-95DE-D7D0-FE5856F00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B45BE-276B-CBB9-5C16-512CC78D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7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A48901-C795-B74A-727A-204A7F9DF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5A930-FF8D-1756-CC5A-D9589B909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4E3C3-1964-1565-D4E2-5D4972341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59-A3AC-4C78-B822-ABB2B55C89C2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5CD66-A957-2407-57C4-C73347117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8C264-99D3-1521-D619-619D211E0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DEB80-DBCE-406A-80BF-FEBEE692E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357">
              <a:srgbClr val="94AFDD"/>
            </a:gs>
            <a:gs pos="45452">
              <a:srgbClr val="83A2D8"/>
            </a:gs>
            <a:gs pos="36338">
              <a:srgbClr val="7698D4"/>
            </a:gs>
            <a:gs pos="16058">
              <a:srgbClr val="5A83CB"/>
            </a:gs>
            <a:gs pos="0">
              <a:schemeClr val="accent1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32DAF-BBBD-D8E3-82BB-26360E7B8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5354D-F4D6-F39C-E397-FE58C4495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9A9B0-727F-D3A2-16D0-6AF8CBD68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53B32-2D0D-46EA-AEFE-E5001DBB2FF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D1C26-DC75-8CE1-AF86-6FB91172F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 - INTERNET OF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78D2F-60B6-F3FF-A4CB-C70272940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DEB80-DBCE-406A-80BF-FEBEE692E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2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4087" y="17622"/>
            <a:ext cx="6781800" cy="1330326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Bookman Old Style" panose="02050604050505020204" pitchFamily="18" charset="0"/>
                <a:cs typeface="Times New Roman" panose="02020603050405020304" charset="0"/>
              </a:rPr>
              <a:t>SRM INSTITUTE OF SCIENCE AND TECHNOLOGY</a:t>
            </a:r>
            <a:br>
              <a:rPr lang="en-US" sz="1800" b="1" dirty="0">
                <a:latin typeface="Bookman Old Style" panose="02050604050505020204" pitchFamily="18" charset="0"/>
                <a:cs typeface="Times New Roman" panose="02020603050405020304" charset="0"/>
              </a:rPr>
            </a:b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Ramapuram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Chennai – 600 089.</a:t>
            </a:r>
            <a:br>
              <a:rPr lang="en-US" sz="1800" b="1" dirty="0">
                <a:latin typeface="Bookman Old Style" panose="02050604050505020204" pitchFamily="18" charset="0"/>
                <a:cs typeface="Times New Roman" panose="02020603050405020304" charset="0"/>
              </a:rPr>
            </a:br>
            <a:r>
              <a:rPr lang="en-US" sz="1600" b="1" dirty="0">
                <a:latin typeface="Bookman Old Style" panose="02050604050505020204" pitchFamily="18" charset="0"/>
                <a:cs typeface="Times New Roman" panose="02020603050405020304" charset="0"/>
              </a:rPr>
              <a:t>DEPARTMENT OF COMPUTER SCIENCE AND ENGINEERING</a:t>
            </a:r>
            <a:endParaRPr lang="en-US" sz="1800" dirty="0">
              <a:latin typeface="Bookman Old Style" panose="0205060405050502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696086"/>
            <a:ext cx="8001000" cy="2178684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21CSC205P </a:t>
            </a:r>
            <a:r>
              <a:rPr lang="en-IN" sz="2800" b="1" dirty="0">
                <a:solidFill>
                  <a:schemeClr val="tx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– DATABASE MANAGEMENT SYSTEM - PROJECT</a:t>
            </a:r>
            <a:endParaRPr lang="en-US" sz="2800" b="1" dirty="0">
              <a:solidFill>
                <a:schemeClr val="tx1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Ration Distribution and Stock Monitoring System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NUMBER : 13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         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533400" y="6584951"/>
            <a:ext cx="8077200" cy="273049"/>
          </a:xfrm>
        </p:spPr>
        <p:txBody>
          <a:bodyPr/>
          <a:lstStyle/>
          <a:p>
            <a:r>
              <a:rPr lang="en-US" dirty="0"/>
              <a:t>Date							Slide Number</a:t>
            </a:r>
          </a:p>
          <a:p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633728" y="3276600"/>
            <a:ext cx="64008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12467"/>
              </p:ext>
            </p:extLst>
          </p:nvPr>
        </p:nvGraphicFramePr>
        <p:xfrm>
          <a:off x="381000" y="3810000"/>
          <a:ext cx="8610600" cy="26670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114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Team Members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Supervisor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0">
                <a:tc gridSpan="2"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Harini M – RA2411003020928</a:t>
                      </a:r>
                    </a:p>
                    <a:p>
                      <a:r>
                        <a:rPr lang="en-US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Priyanka G – RA2411003020933</a:t>
                      </a:r>
                    </a:p>
                    <a:p>
                      <a:r>
                        <a:rPr lang="en-US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Karishma K – RA2411003020951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 Name &amp; Designation</a:t>
                      </a:r>
                    </a:p>
                    <a:p>
                      <a:pPr algn="ctr"/>
                      <a:r>
                        <a:rPr lang="en-US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Mrs.S.Chandrakala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M.E.,(Ph.D.,)</a:t>
                      </a:r>
                    </a:p>
                    <a:p>
                      <a:pPr algn="ctr"/>
                      <a:r>
                        <a:rPr lang="en-US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Assistant Professor</a:t>
                      </a:r>
                    </a:p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70173"/>
            <a:ext cx="1772248" cy="77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2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54707"/>
            <a:ext cx="2286000" cy="1082674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74E818-E0AC-40F5-E028-A4D28C093C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6400" y="1592439"/>
            <a:ext cx="7239000" cy="367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centralized ration management system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accurate beneficiary records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stock monitoring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errors and fraud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transparency and accountability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72351-5062-779E-2372-4A59B419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826E2-4EC6-EE30-0B82-BFF4D5DE0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447800"/>
            <a:ext cx="7620000" cy="3810000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2400" b="1" dirty="0"/>
              <a:t>Frontend: </a:t>
            </a:r>
            <a:r>
              <a:rPr lang="en-IN" sz="2400" dirty="0"/>
              <a:t>HTML, CSS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400" b="1" dirty="0"/>
              <a:t>Backend: </a:t>
            </a:r>
            <a:r>
              <a:rPr lang="en-IN" sz="2400" dirty="0"/>
              <a:t>Java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400" b="1" dirty="0"/>
              <a:t>Database: </a:t>
            </a:r>
            <a:r>
              <a:rPr lang="en-IN" sz="2400" dirty="0"/>
              <a:t>MySQL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400" b="1" dirty="0"/>
              <a:t>Server: </a:t>
            </a:r>
            <a:r>
              <a:rPr lang="en-IN" sz="2400" dirty="0"/>
              <a:t>Apache Tomcat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2400" b="1" dirty="0"/>
              <a:t>Tools: </a:t>
            </a:r>
            <a:r>
              <a:rPr lang="en-IN" sz="2400" dirty="0"/>
              <a:t>Eclipse</a:t>
            </a:r>
          </a:p>
          <a:p>
            <a:pPr>
              <a:lnSpc>
                <a:spcPct val="200000"/>
              </a:lnSpc>
            </a:pP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1EF5C-B741-C393-F0D5-B950BAF5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</p:spTree>
    <p:extLst>
      <p:ext uri="{BB962C8B-B14F-4D97-AF65-F5344CB8AC3E}">
        <p14:creationId xmlns:p14="http://schemas.microsoft.com/office/powerpoint/2010/main" val="2334621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Architecture.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1AD2B2-2C51-71EE-FA03-2EB34CA70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6400" y="1524000"/>
            <a:ext cx="6553200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(Admin / Shopkeeper) interacts with system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(HTML, CSS) handles user interface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(Java) processes requests and logic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(MySQL) stores and retrieves data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1125-A289-33CB-7EDA-9C908967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30E099-CCC3-2397-A491-0E419077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A4732-6A60-A80C-35C4-B68EFCA18BF2}"/>
              </a:ext>
            </a:extLst>
          </p:cNvPr>
          <p:cNvSpPr txBox="1"/>
          <p:nvPr/>
        </p:nvSpPr>
        <p:spPr>
          <a:xfrm>
            <a:off x="533400" y="1305341"/>
            <a:ext cx="8610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Beneficiaries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details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beneficiary_id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(PK), name,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ration_card_no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category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 Cards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card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beneficiary_id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(FK),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card_type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ration shop details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location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commodity availability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(FK),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quantity_available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distribution details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beneficiary_id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(FK),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(FK),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982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CFB32DE-A35F-2695-C0D1-AB8C009059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6400" y="1447800"/>
            <a:ext cx="6705600" cy="4822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Authentication Module (Login &amp; Security)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Beneficiary Management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Stock Management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Transaction Handling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Report Generation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962CAC-D732-7AF2-1155-3A3A25396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727824"/>
            <a:ext cx="3357009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Modules.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2114550" cy="85407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F188B-077B-D67C-84ED-36D15B860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066800"/>
            <a:ext cx="6568011" cy="4406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68C90D-378A-B5AF-5A65-FD05BAA625F2}"/>
              </a:ext>
            </a:extLst>
          </p:cNvPr>
          <p:cNvSpPr txBox="1"/>
          <p:nvPr/>
        </p:nvSpPr>
        <p:spPr>
          <a:xfrm>
            <a:off x="4114800" y="57150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Login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400" y="5105400"/>
            <a:ext cx="1371600" cy="505619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97B12F-F7D7-C4B4-0D37-EC3CA3D8A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9144000" cy="37560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576763"/>
          </a:xfrm>
        </p:spPr>
        <p:txBody>
          <a:bodyPr>
            <a:normAutofit/>
          </a:bodyPr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ABEA3A-C4C2-8AF0-263B-0321D49BA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0"/>
            <a:ext cx="6400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4834-6AAD-C486-D80D-89005E9F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45E3A-3498-E045-6F79-51A1101D1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CF5F5-5E34-8EAC-5EEF-4D63E09A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9188AF-493A-DF99-37F6-5D59E9632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9133"/>
            <a:ext cx="9144000" cy="381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33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B1350-18AE-AAA4-4AF4-617E4917D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E1375-A7C3-45F2-0288-AF86932E1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0785F-6622-94A4-A497-9B72704C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A88061-0BA3-13C6-2311-8405223B4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101" y="361522"/>
            <a:ext cx="6077798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33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497C1-0956-E92F-27A4-255AC2676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044AD-1C07-21AE-47B5-8A27E23F1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A9E20-BBB6-4989-15C7-3915A95FE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3F337-C18E-5988-164F-F2F11E997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0123"/>
            <a:ext cx="9144000" cy="523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401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783C-7E7D-92D5-B9CF-BFB0B551A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1EBE4-FFFD-9B54-E8B9-9F2D4F050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C3137-4967-D23C-DBE3-03A1A444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9CD98-8736-F43D-8F3F-8FDE5AEBA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63" y="437732"/>
            <a:ext cx="6792273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516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FCE0-9F01-3AB3-B303-47649F5D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B670B-BA3C-07E8-950D-DB1BC820D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D54A1-141C-58EA-DD52-FDA98CF6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 - INTERNET OF THINGS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C2C00B-9EB2-238D-F990-0B5C9FB24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7812"/>
            <a:ext cx="9144000" cy="440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82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Work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Harini 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Database Design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Priyanka G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Frontend Development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Karishma K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Testing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(8 Weeks Plan)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1–2: Requirement Analysis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3–4: Design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5–6: Development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7: Testing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8: Documentation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proposed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finalized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to start development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6640</TotalTime>
  <Words>425</Words>
  <Application>Microsoft Office PowerPoint</Application>
  <PresentationFormat>On-screen Show (4:3)</PresentationFormat>
  <Paragraphs>83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Rounded MT Bold</vt:lpstr>
      <vt:lpstr>Bookman Old Style</vt:lpstr>
      <vt:lpstr>Calibri</vt:lpstr>
      <vt:lpstr>Calibri Light</vt:lpstr>
      <vt:lpstr>Times New Roman</vt:lpstr>
      <vt:lpstr>Office Theme</vt:lpstr>
      <vt:lpstr>SRM INSTITUTE OF SCIENCE AND TECHNOLOGY Ramapuram, Chennai – 600 089. DEPARTMENT OF COMPUTER SCIENCE AND ENGINEERING</vt:lpstr>
      <vt:lpstr>Objectives</vt:lpstr>
      <vt:lpstr>Tech Stack</vt:lpstr>
      <vt:lpstr>System Architecture.</vt:lpstr>
      <vt:lpstr>DataBase Design</vt:lpstr>
      <vt:lpstr>Backend Modules.</vt:lpstr>
      <vt:lpstr>Frontend</vt:lpstr>
      <vt:lpstr>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Work Distribution</vt:lpstr>
      <vt:lpstr>Timeline (8 Weeks Plan)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SRM INSTITUTE OF SCIENCE AND TECHNOLOGY Ramapuram Campus , Chennai – 600 089 DEPARTMENT OF COMPUTER SCIENCE AND ENGINEERING</dc:title>
  <dc:creator>DELL</dc:creator>
  <cp:lastModifiedBy>Salai Kamalavasan.S</cp:lastModifiedBy>
  <cp:revision>37</cp:revision>
  <dcterms:created xsi:type="dcterms:W3CDTF">2023-07-26T03:49:14Z</dcterms:created>
  <dcterms:modified xsi:type="dcterms:W3CDTF">2026-04-20T05:18:42Z</dcterms:modified>
</cp:coreProperties>
</file>